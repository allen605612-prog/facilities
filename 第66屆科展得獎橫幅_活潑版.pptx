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0684450" cy="1278096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66屆科展得獎橫幅_活潑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684450" cy="127809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